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88F41-289A-65DE-4525-37614CA22F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66539A-3B02-B4EF-8609-D5EF14BF9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3F966-E965-2831-5187-FAC960170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F0F1BA-5D03-C985-7D51-EFBDFB99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77C29-6D67-6BA2-9BDF-240F1DA8C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545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2E44A-8DE8-E200-03C7-B9EF6BC3A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4EA8A-AF4D-7CBC-3706-B0B989016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21A8F-B186-6911-D07E-F9B2BE17F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586C0-6E68-C92A-A0A0-85F700500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95CD3-29F0-EB41-1EA7-6BBD97A1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213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9F302-85F5-5F27-8125-0DFCBC13A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5C9A5-A4FB-6FCD-FEFA-9FD9C3637A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45F7E-4404-FFEC-B034-9397AF93F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429AD-FA70-7997-5D18-C0D896680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4B97A-5181-E691-667C-32BE18807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409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47217-7559-1959-4D5E-DB4913537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7DB5E4-EE85-4B91-EFE9-614569082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159ECA-8C2B-1510-F41B-592774BBB3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6CD0D7-8715-6446-EF3F-717B3D021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B97BB-E977-6B55-3DE3-6EB05040C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E523E-AF9E-6FB0-3BE3-699132E28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150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1FC1C-A2F3-6317-9058-53A21FAAA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7D7E7A-8E3A-E008-314E-C6FB42591E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0EE39-8051-0FDD-5C9F-FB187C4A8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6C27CF-00B1-920B-C503-30B5DB8D2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53933E-FA3E-01D7-ECAD-4BBAE882BC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1A4B68-DD6D-A483-EE90-5E265544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3F2A65-F08B-1325-2706-D6924557C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C7D3A8-AE59-524F-444D-71B6E4BF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189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FA67-422F-F534-244C-E859E59A8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F727CE-7BFE-003D-3E47-53A03B04F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CD0149-0623-AD1A-5C50-BF9D06D87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D35DA6-9E70-F6BF-B130-4D3EDF0A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40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CED3FD-CF6B-D0CB-8DEF-1FE072D2C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A301D9-511D-ECFF-8A35-6E693910D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A9C86-AD96-6F4C-C244-AF9D9CE3D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349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D0A82-D9F2-B5E4-CB74-43F8904D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ABA02-3A09-1061-3A9C-B5AD6A693A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FB8D4F-9210-2B29-BEF7-3A9649E0B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E6D50E-80D0-ECC6-33D3-04B3CCDA5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AC23A5-287C-9755-BAF4-4D804DE8A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02C9DB-C1FA-B12E-45A0-432547DAE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95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304F5-1FFC-907A-17C2-5D4EC4967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DCC699-54B0-8937-4496-502BAC4184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28F72-7D23-FADD-2EC7-8CF203D52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101FFB-0A46-F0D9-5ED8-EAA9D8F5C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28E64C-7517-3B63-C824-E28EC3DDA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E4578A-0935-152D-799F-DCDE56654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31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EE737-DCA8-FD40-DC6B-3F4CCEE64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A9387E-10F3-BFA4-823F-24F0C410E9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6B71D-6D52-4EC2-2F72-51285240C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0C8D5D-5179-8056-0BD5-2ADDD9E16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BA484-9D47-647F-0CB5-D596F8D1E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178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1B00B6-0710-9F0D-9D34-5453DC8246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1DBC2E-3928-321C-7303-767438CDA1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6C50F-BB1A-2E80-9685-2CD12BDA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321A2-C54A-D941-E676-2113679D5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FD1E4-2115-7697-C0F7-8A6AF924F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399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10A7E2-3CA3-3620-2DB6-B1DC34CF0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8FF556-334B-C63B-2189-38DB39F285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F601D4-78A5-B2C7-8C59-F8948372A4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B82BC0-FC79-463D-B89B-A14B0B9A63B8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5E337-9F0D-6C49-3975-441C5FC99D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0DB1B-F1EB-2BB0-1B74-0F0BF06E66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F8863-6D80-4497-A158-E42023328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758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31F63-9F93-F25F-1ECF-104CE2F575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analy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DE4DD5-6C24-C860-C341-4C38F48005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1535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5C6CB-74B7-88CD-1D1B-68566ED0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71AFD-2D4A-C394-D5CE-E5A57A3D1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153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DFDFA8D-BB82-4EE6-91AA-79E7F3D9AB91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Data analy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Luís Brás</dc:creator>
  <cp:lastModifiedBy>Luís Brás</cp:lastModifiedBy>
  <cp:revision>2</cp:revision>
  <dcterms:created xsi:type="dcterms:W3CDTF">2026-05-31T15:40:04Z</dcterms:created>
  <dcterms:modified xsi:type="dcterms:W3CDTF">2026-05-31T15:52:58Z</dcterms:modified>
</cp:coreProperties>
</file>